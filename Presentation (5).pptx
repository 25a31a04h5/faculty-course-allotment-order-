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79" r:id="rId3"/>
    <p:sldId id="280" r:id="rId4"/>
    <p:sldId id="281" r:id="rId5"/>
    <p:sldId id="282" r:id="rId6"/>
    <p:sldId id="283" r:id="rId7"/>
    <p:sldId id="284" r:id="rId8"/>
    <p:sldId id="285" r:id="rId9"/>
    <p:sldId id="286" r:id="rId10"/>
    <p:sldId id="28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diagrams/_rels/data1.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svg" /><Relationship Id="rId1" Type="http://schemas.openxmlformats.org/officeDocument/2006/relationships/image" Target="../media/image8.png" /><Relationship Id="rId4" Type="http://schemas.openxmlformats.org/officeDocument/2006/relationships/image" Target="../media/image11.svg" /></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svg" /><Relationship Id="rId1" Type="http://schemas.openxmlformats.org/officeDocument/2006/relationships/image" Target="../media/image8.png" /><Relationship Id="rId4" Type="http://schemas.openxmlformats.org/officeDocument/2006/relationships/image" Target="../media/image11.svg" /></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122D04-2085-4922-860D-5301254AF21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A2A8D21-47E7-47A6-BF76-3BBE9CDB570A}">
      <dgm:prSet/>
      <dgm:spPr/>
      <dgm:t>
        <a:bodyPr/>
        <a:lstStyle/>
        <a:p>
          <a:r>
            <a:rPr lang="en-US"/>
            <a:t>If no faculty is available for a course, the course remains unassigned.Finally, the program displays the final workload of each faculty.</a:t>
          </a:r>
        </a:p>
      </dgm:t>
    </dgm:pt>
    <dgm:pt modelId="{955711F3-FD75-40FC-9F93-E81189FA16C9}" type="parTrans" cxnId="{4BE55543-0D3F-4444-857F-F3CC2A5C142C}">
      <dgm:prSet/>
      <dgm:spPr/>
      <dgm:t>
        <a:bodyPr/>
        <a:lstStyle/>
        <a:p>
          <a:endParaRPr lang="en-US"/>
        </a:p>
      </dgm:t>
    </dgm:pt>
    <dgm:pt modelId="{218557AB-B806-4D12-BB05-C3E73AA76551}" type="sibTrans" cxnId="{4BE55543-0D3F-4444-857F-F3CC2A5C142C}">
      <dgm:prSet/>
      <dgm:spPr/>
      <dgm:t>
        <a:bodyPr/>
        <a:lstStyle/>
        <a:p>
          <a:endParaRPr lang="en-US"/>
        </a:p>
      </dgm:t>
    </dgm:pt>
    <dgm:pt modelId="{3C45BCB2-1750-4D87-A207-2A4E9439DFE0}">
      <dgm:prSet/>
      <dgm:spPr/>
      <dgm:t>
        <a:bodyPr/>
        <a:lstStyle/>
        <a:p>
          <a:r>
            <a:rPr lang="en-US"/>
            <a:t>This system is useful in college and university course planning.</a:t>
          </a:r>
        </a:p>
      </dgm:t>
    </dgm:pt>
    <dgm:pt modelId="{B85018A3-207A-4907-84D3-D5196005EA0E}" type="parTrans" cxnId="{04193A89-60CE-4CCF-BBE0-461C4FA208F8}">
      <dgm:prSet/>
      <dgm:spPr/>
      <dgm:t>
        <a:bodyPr/>
        <a:lstStyle/>
        <a:p>
          <a:endParaRPr lang="en-US"/>
        </a:p>
      </dgm:t>
    </dgm:pt>
    <dgm:pt modelId="{66214BED-E9ED-4948-B3E5-C5416B2FAC53}" type="sibTrans" cxnId="{04193A89-60CE-4CCF-BBE0-461C4FA208F8}">
      <dgm:prSet/>
      <dgm:spPr/>
      <dgm:t>
        <a:bodyPr/>
        <a:lstStyle/>
        <a:p>
          <a:endParaRPr lang="en-US"/>
        </a:p>
      </dgm:t>
    </dgm:pt>
    <dgm:pt modelId="{07A89617-9355-4EFE-9F99-0528438C1A94}" type="pres">
      <dgm:prSet presAssocID="{CC122D04-2085-4922-860D-5301254AF21E}" presName="root" presStyleCnt="0">
        <dgm:presLayoutVars>
          <dgm:dir/>
          <dgm:resizeHandles val="exact"/>
        </dgm:presLayoutVars>
      </dgm:prSet>
      <dgm:spPr/>
    </dgm:pt>
    <dgm:pt modelId="{CA8E29B3-F380-4957-A0C7-6627BA83354D}" type="pres">
      <dgm:prSet presAssocID="{1A2A8D21-47E7-47A6-BF76-3BBE9CDB570A}" presName="compNode" presStyleCnt="0"/>
      <dgm:spPr/>
    </dgm:pt>
    <dgm:pt modelId="{4048025F-5F1F-43EF-BD88-55E828D3B37B}" type="pres">
      <dgm:prSet presAssocID="{1A2A8D21-47E7-47A6-BF76-3BBE9CDB570A}" presName="bgRect" presStyleLbl="bgShp" presStyleIdx="0" presStyleCnt="2"/>
      <dgm:spPr/>
    </dgm:pt>
    <dgm:pt modelId="{224ADE85-4DF4-4B07-89CE-A2F4B0DC91F3}" type="pres">
      <dgm:prSet presAssocID="{1A2A8D21-47E7-47A6-BF76-3BBE9CDB570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E8CE0C77-CD02-40D7-ADA4-DB49B93E9BCB}" type="pres">
      <dgm:prSet presAssocID="{1A2A8D21-47E7-47A6-BF76-3BBE9CDB570A}" presName="spaceRect" presStyleCnt="0"/>
      <dgm:spPr/>
    </dgm:pt>
    <dgm:pt modelId="{D9BE6EF9-620C-4CF5-AB2A-A6E99AFC971F}" type="pres">
      <dgm:prSet presAssocID="{1A2A8D21-47E7-47A6-BF76-3BBE9CDB570A}" presName="parTx" presStyleLbl="revTx" presStyleIdx="0" presStyleCnt="2">
        <dgm:presLayoutVars>
          <dgm:chMax val="0"/>
          <dgm:chPref val="0"/>
        </dgm:presLayoutVars>
      </dgm:prSet>
      <dgm:spPr/>
    </dgm:pt>
    <dgm:pt modelId="{3D2FE0D1-11FB-4ACA-A6B0-C860C60D8E7B}" type="pres">
      <dgm:prSet presAssocID="{218557AB-B806-4D12-BB05-C3E73AA76551}" presName="sibTrans" presStyleCnt="0"/>
      <dgm:spPr/>
    </dgm:pt>
    <dgm:pt modelId="{4CB8BAA3-2864-4D38-977E-46D6AF55C9B4}" type="pres">
      <dgm:prSet presAssocID="{3C45BCB2-1750-4D87-A207-2A4E9439DFE0}" presName="compNode" presStyleCnt="0"/>
      <dgm:spPr/>
    </dgm:pt>
    <dgm:pt modelId="{0393FBDB-62B8-4A65-8510-713717708CE9}" type="pres">
      <dgm:prSet presAssocID="{3C45BCB2-1750-4D87-A207-2A4E9439DFE0}" presName="bgRect" presStyleLbl="bgShp" presStyleIdx="1" presStyleCnt="2"/>
      <dgm:spPr/>
    </dgm:pt>
    <dgm:pt modelId="{B2A093F4-8A5D-45B5-9B47-C80E63D4843F}" type="pres">
      <dgm:prSet presAssocID="{3C45BCB2-1750-4D87-A207-2A4E9439DFE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hoolhouse"/>
        </a:ext>
      </dgm:extLst>
    </dgm:pt>
    <dgm:pt modelId="{A3F72D9A-F933-437D-B755-B338D6E972CB}" type="pres">
      <dgm:prSet presAssocID="{3C45BCB2-1750-4D87-A207-2A4E9439DFE0}" presName="spaceRect" presStyleCnt="0"/>
      <dgm:spPr/>
    </dgm:pt>
    <dgm:pt modelId="{BC095112-425A-4030-9C11-1452711BDE2C}" type="pres">
      <dgm:prSet presAssocID="{3C45BCB2-1750-4D87-A207-2A4E9439DFE0}" presName="parTx" presStyleLbl="revTx" presStyleIdx="1" presStyleCnt="2">
        <dgm:presLayoutVars>
          <dgm:chMax val="0"/>
          <dgm:chPref val="0"/>
        </dgm:presLayoutVars>
      </dgm:prSet>
      <dgm:spPr/>
    </dgm:pt>
  </dgm:ptLst>
  <dgm:cxnLst>
    <dgm:cxn modelId="{FF45E408-D787-4844-8AB0-ADB99CB17AE5}" type="presOf" srcId="{CC122D04-2085-4922-860D-5301254AF21E}" destId="{07A89617-9355-4EFE-9F99-0528438C1A94}" srcOrd="0" destOrd="0" presId="urn:microsoft.com/office/officeart/2018/2/layout/IconVerticalSolidList"/>
    <dgm:cxn modelId="{4BE55543-0D3F-4444-857F-F3CC2A5C142C}" srcId="{CC122D04-2085-4922-860D-5301254AF21E}" destId="{1A2A8D21-47E7-47A6-BF76-3BBE9CDB570A}" srcOrd="0" destOrd="0" parTransId="{955711F3-FD75-40FC-9F93-E81189FA16C9}" sibTransId="{218557AB-B806-4D12-BB05-C3E73AA76551}"/>
    <dgm:cxn modelId="{2623F46D-B156-47B4-A30D-D501454D4CA0}" type="presOf" srcId="{3C45BCB2-1750-4D87-A207-2A4E9439DFE0}" destId="{BC095112-425A-4030-9C11-1452711BDE2C}" srcOrd="0" destOrd="0" presId="urn:microsoft.com/office/officeart/2018/2/layout/IconVerticalSolidList"/>
    <dgm:cxn modelId="{8E791C6E-6BED-4332-A817-DB8F231593B6}" type="presOf" srcId="{1A2A8D21-47E7-47A6-BF76-3BBE9CDB570A}" destId="{D9BE6EF9-620C-4CF5-AB2A-A6E99AFC971F}" srcOrd="0" destOrd="0" presId="urn:microsoft.com/office/officeart/2018/2/layout/IconVerticalSolidList"/>
    <dgm:cxn modelId="{04193A89-60CE-4CCF-BBE0-461C4FA208F8}" srcId="{CC122D04-2085-4922-860D-5301254AF21E}" destId="{3C45BCB2-1750-4D87-A207-2A4E9439DFE0}" srcOrd="1" destOrd="0" parTransId="{B85018A3-207A-4907-84D3-D5196005EA0E}" sibTransId="{66214BED-E9ED-4948-B3E5-C5416B2FAC53}"/>
    <dgm:cxn modelId="{009C0AB5-26CC-427D-89F9-E056709CBB41}" type="presParOf" srcId="{07A89617-9355-4EFE-9F99-0528438C1A94}" destId="{CA8E29B3-F380-4957-A0C7-6627BA83354D}" srcOrd="0" destOrd="0" presId="urn:microsoft.com/office/officeart/2018/2/layout/IconVerticalSolidList"/>
    <dgm:cxn modelId="{338A373E-C6FF-4A9E-9794-BD627500D0BD}" type="presParOf" srcId="{CA8E29B3-F380-4957-A0C7-6627BA83354D}" destId="{4048025F-5F1F-43EF-BD88-55E828D3B37B}" srcOrd="0" destOrd="0" presId="urn:microsoft.com/office/officeart/2018/2/layout/IconVerticalSolidList"/>
    <dgm:cxn modelId="{664F5043-9EF6-4BA9-AAD8-B67E153B9F36}" type="presParOf" srcId="{CA8E29B3-F380-4957-A0C7-6627BA83354D}" destId="{224ADE85-4DF4-4B07-89CE-A2F4B0DC91F3}" srcOrd="1" destOrd="0" presId="urn:microsoft.com/office/officeart/2018/2/layout/IconVerticalSolidList"/>
    <dgm:cxn modelId="{3CA8748C-27C4-46BD-A457-9CFE55B97AF3}" type="presParOf" srcId="{CA8E29B3-F380-4957-A0C7-6627BA83354D}" destId="{E8CE0C77-CD02-40D7-ADA4-DB49B93E9BCB}" srcOrd="2" destOrd="0" presId="urn:microsoft.com/office/officeart/2018/2/layout/IconVerticalSolidList"/>
    <dgm:cxn modelId="{2A626A6F-A2EB-4AE5-9351-59147ABBEAB8}" type="presParOf" srcId="{CA8E29B3-F380-4957-A0C7-6627BA83354D}" destId="{D9BE6EF9-620C-4CF5-AB2A-A6E99AFC971F}" srcOrd="3" destOrd="0" presId="urn:microsoft.com/office/officeart/2018/2/layout/IconVerticalSolidList"/>
    <dgm:cxn modelId="{7A3A3DFC-1796-4B81-8A6C-85FC69E4B8C1}" type="presParOf" srcId="{07A89617-9355-4EFE-9F99-0528438C1A94}" destId="{3D2FE0D1-11FB-4ACA-A6B0-C860C60D8E7B}" srcOrd="1" destOrd="0" presId="urn:microsoft.com/office/officeart/2018/2/layout/IconVerticalSolidList"/>
    <dgm:cxn modelId="{3F27E23A-B162-419F-9BD7-D68F04FA9654}" type="presParOf" srcId="{07A89617-9355-4EFE-9F99-0528438C1A94}" destId="{4CB8BAA3-2864-4D38-977E-46D6AF55C9B4}" srcOrd="2" destOrd="0" presId="urn:microsoft.com/office/officeart/2018/2/layout/IconVerticalSolidList"/>
    <dgm:cxn modelId="{749106C9-682D-4BAA-8C1A-E5536261DBB4}" type="presParOf" srcId="{4CB8BAA3-2864-4D38-977E-46D6AF55C9B4}" destId="{0393FBDB-62B8-4A65-8510-713717708CE9}" srcOrd="0" destOrd="0" presId="urn:microsoft.com/office/officeart/2018/2/layout/IconVerticalSolidList"/>
    <dgm:cxn modelId="{530C1766-01A6-4067-AF96-8460F80757E6}" type="presParOf" srcId="{4CB8BAA3-2864-4D38-977E-46D6AF55C9B4}" destId="{B2A093F4-8A5D-45B5-9B47-C80E63D4843F}" srcOrd="1" destOrd="0" presId="urn:microsoft.com/office/officeart/2018/2/layout/IconVerticalSolidList"/>
    <dgm:cxn modelId="{15F0159F-99BA-4F1B-9205-CDBFFAB264F4}" type="presParOf" srcId="{4CB8BAA3-2864-4D38-977E-46D6AF55C9B4}" destId="{A3F72D9A-F933-437D-B755-B338D6E972CB}" srcOrd="2" destOrd="0" presId="urn:microsoft.com/office/officeart/2018/2/layout/IconVerticalSolidList"/>
    <dgm:cxn modelId="{24EE3717-023F-4153-B69D-52F56F695AB9}" type="presParOf" srcId="{4CB8BAA3-2864-4D38-977E-46D6AF55C9B4}" destId="{BC095112-425A-4030-9C11-1452711BDE2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013645-D432-4EA3-8261-574B25ED731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80F4749-DCC8-4B78-824A-7ABD227586E5}">
      <dgm:prSet/>
      <dgm:spPr/>
      <dgm:t>
        <a:bodyPr/>
        <a:lstStyle/>
        <a:p>
          <a:r>
            <a:rPr lang="en-US"/>
            <a:t>TEAM MEMBERS </a:t>
          </a:r>
        </a:p>
      </dgm:t>
    </dgm:pt>
    <dgm:pt modelId="{45ACCECF-4D27-4373-8C7A-F81BB914786A}" type="parTrans" cxnId="{AE29623E-22F8-414D-9435-079609C6DDEC}">
      <dgm:prSet/>
      <dgm:spPr/>
      <dgm:t>
        <a:bodyPr/>
        <a:lstStyle/>
        <a:p>
          <a:endParaRPr lang="en-US"/>
        </a:p>
      </dgm:t>
    </dgm:pt>
    <dgm:pt modelId="{6FF84999-CCD9-48EA-AB80-0B475FF04E66}" type="sibTrans" cxnId="{AE29623E-22F8-414D-9435-079609C6DDEC}">
      <dgm:prSet/>
      <dgm:spPr/>
      <dgm:t>
        <a:bodyPr/>
        <a:lstStyle/>
        <a:p>
          <a:endParaRPr lang="en-US"/>
        </a:p>
      </dgm:t>
    </dgm:pt>
    <dgm:pt modelId="{E2D3E01A-6687-4BFB-8E52-ECA410596BE6}">
      <dgm:prSet/>
      <dgm:spPr/>
      <dgm:t>
        <a:bodyPr/>
        <a:lstStyle/>
        <a:p>
          <a:r>
            <a:rPr lang="en-US"/>
            <a:t>M.Devi.                                    -25A31A04E3</a:t>
          </a:r>
        </a:p>
      </dgm:t>
    </dgm:pt>
    <dgm:pt modelId="{458FE4F5-DACA-4C4E-A158-42CCB52E8BE0}" type="parTrans" cxnId="{9989CFAA-4891-47BB-BF0D-7EF4379F905F}">
      <dgm:prSet/>
      <dgm:spPr/>
      <dgm:t>
        <a:bodyPr/>
        <a:lstStyle/>
        <a:p>
          <a:endParaRPr lang="en-US"/>
        </a:p>
      </dgm:t>
    </dgm:pt>
    <dgm:pt modelId="{DA883825-DE47-48E1-BCE1-69DB7E9FA350}" type="sibTrans" cxnId="{9989CFAA-4891-47BB-BF0D-7EF4379F905F}">
      <dgm:prSet/>
      <dgm:spPr/>
      <dgm:t>
        <a:bodyPr/>
        <a:lstStyle/>
        <a:p>
          <a:endParaRPr lang="en-US"/>
        </a:p>
      </dgm:t>
    </dgm:pt>
    <dgm:pt modelId="{E9A9C73B-ECCF-4E56-8C01-FF5C337FBB01}">
      <dgm:prSet/>
      <dgm:spPr/>
      <dgm:t>
        <a:bodyPr/>
        <a:lstStyle/>
        <a:p>
          <a:r>
            <a:rPr lang="en-US"/>
            <a:t>N Shalini Devi.                        -25A31A04E4</a:t>
          </a:r>
        </a:p>
      </dgm:t>
    </dgm:pt>
    <dgm:pt modelId="{2BC531BF-56FD-4755-9B6A-A42E43C451CB}" type="parTrans" cxnId="{770CA1D9-4A7E-4874-9A9D-C8E5C888BDF7}">
      <dgm:prSet/>
      <dgm:spPr/>
      <dgm:t>
        <a:bodyPr/>
        <a:lstStyle/>
        <a:p>
          <a:endParaRPr lang="en-US"/>
        </a:p>
      </dgm:t>
    </dgm:pt>
    <dgm:pt modelId="{B5197435-BD24-4251-B283-D9778A9FAA4D}" type="sibTrans" cxnId="{770CA1D9-4A7E-4874-9A9D-C8E5C888BDF7}">
      <dgm:prSet/>
      <dgm:spPr/>
      <dgm:t>
        <a:bodyPr/>
        <a:lstStyle/>
        <a:p>
          <a:endParaRPr lang="en-US"/>
        </a:p>
      </dgm:t>
    </dgm:pt>
    <dgm:pt modelId="{9EE393D0-3A70-43CA-B3B4-FFFD41AEE4F9}">
      <dgm:prSet/>
      <dgm:spPr/>
      <dgm:t>
        <a:bodyPr/>
        <a:lstStyle/>
        <a:p>
          <a:r>
            <a:rPr lang="en-US"/>
            <a:t>J.S.P.S.K.Bhagavanulu.          -25A31A04H4</a:t>
          </a:r>
        </a:p>
      </dgm:t>
    </dgm:pt>
    <dgm:pt modelId="{2D3938B3-62F5-4CE3-A73D-4657ECA4F36E}" type="parTrans" cxnId="{C7C83565-ABC8-4901-9A42-1F17453BC5BA}">
      <dgm:prSet/>
      <dgm:spPr/>
      <dgm:t>
        <a:bodyPr/>
        <a:lstStyle/>
        <a:p>
          <a:endParaRPr lang="en-US"/>
        </a:p>
      </dgm:t>
    </dgm:pt>
    <dgm:pt modelId="{2323C52C-E156-41C5-B19C-1B04D4EA2E58}" type="sibTrans" cxnId="{C7C83565-ABC8-4901-9A42-1F17453BC5BA}">
      <dgm:prSet/>
      <dgm:spPr/>
      <dgm:t>
        <a:bodyPr/>
        <a:lstStyle/>
        <a:p>
          <a:endParaRPr lang="en-US"/>
        </a:p>
      </dgm:t>
    </dgm:pt>
    <dgm:pt modelId="{B619A22F-BC14-404B-924C-20C3ED9262E1}">
      <dgm:prSet/>
      <dgm:spPr/>
      <dgm:t>
        <a:bodyPr/>
        <a:lstStyle/>
        <a:p>
          <a:r>
            <a:rPr lang="en-US"/>
            <a:t>K.Abhinav.                               -25A31A04H5</a:t>
          </a:r>
        </a:p>
      </dgm:t>
    </dgm:pt>
    <dgm:pt modelId="{77E56A05-74F8-43A8-9B0B-68B5870825BC}" type="parTrans" cxnId="{02DC24EE-7BB7-4F68-B095-9B1BFF3E9CB2}">
      <dgm:prSet/>
      <dgm:spPr/>
      <dgm:t>
        <a:bodyPr/>
        <a:lstStyle/>
        <a:p>
          <a:endParaRPr lang="en-US"/>
        </a:p>
      </dgm:t>
    </dgm:pt>
    <dgm:pt modelId="{EE4F7DFD-CDC8-4363-849F-1DB1EDA589A1}" type="sibTrans" cxnId="{02DC24EE-7BB7-4F68-B095-9B1BFF3E9CB2}">
      <dgm:prSet/>
      <dgm:spPr/>
      <dgm:t>
        <a:bodyPr/>
        <a:lstStyle/>
        <a:p>
          <a:endParaRPr lang="en-US"/>
        </a:p>
      </dgm:t>
    </dgm:pt>
    <dgm:pt modelId="{900DEE14-CB44-704B-881B-C3282E64DDCA}" type="pres">
      <dgm:prSet presAssocID="{0F013645-D432-4EA3-8261-574B25ED7315}" presName="linear" presStyleCnt="0">
        <dgm:presLayoutVars>
          <dgm:animLvl val="lvl"/>
          <dgm:resizeHandles val="exact"/>
        </dgm:presLayoutVars>
      </dgm:prSet>
      <dgm:spPr/>
    </dgm:pt>
    <dgm:pt modelId="{8FAEFB00-540A-5843-8F08-7AA9E43F0B60}" type="pres">
      <dgm:prSet presAssocID="{880F4749-DCC8-4B78-824A-7ABD227586E5}" presName="parentText" presStyleLbl="node1" presStyleIdx="0" presStyleCnt="5">
        <dgm:presLayoutVars>
          <dgm:chMax val="0"/>
          <dgm:bulletEnabled val="1"/>
        </dgm:presLayoutVars>
      </dgm:prSet>
      <dgm:spPr/>
    </dgm:pt>
    <dgm:pt modelId="{D877DD32-EA77-4847-943D-5FB17594C8AF}" type="pres">
      <dgm:prSet presAssocID="{6FF84999-CCD9-48EA-AB80-0B475FF04E66}" presName="spacer" presStyleCnt="0"/>
      <dgm:spPr/>
    </dgm:pt>
    <dgm:pt modelId="{F0B7D5F1-9BDC-A440-B7CC-FB745C0F974D}" type="pres">
      <dgm:prSet presAssocID="{E2D3E01A-6687-4BFB-8E52-ECA410596BE6}" presName="parentText" presStyleLbl="node1" presStyleIdx="1" presStyleCnt="5">
        <dgm:presLayoutVars>
          <dgm:chMax val="0"/>
          <dgm:bulletEnabled val="1"/>
        </dgm:presLayoutVars>
      </dgm:prSet>
      <dgm:spPr/>
    </dgm:pt>
    <dgm:pt modelId="{7B8DD003-53E7-0A48-9B66-DFB8D43BB258}" type="pres">
      <dgm:prSet presAssocID="{DA883825-DE47-48E1-BCE1-69DB7E9FA350}" presName="spacer" presStyleCnt="0"/>
      <dgm:spPr/>
    </dgm:pt>
    <dgm:pt modelId="{AA6605CE-3C0E-0545-8082-DEA0B849DDE4}" type="pres">
      <dgm:prSet presAssocID="{E9A9C73B-ECCF-4E56-8C01-FF5C337FBB01}" presName="parentText" presStyleLbl="node1" presStyleIdx="2" presStyleCnt="5">
        <dgm:presLayoutVars>
          <dgm:chMax val="0"/>
          <dgm:bulletEnabled val="1"/>
        </dgm:presLayoutVars>
      </dgm:prSet>
      <dgm:spPr/>
    </dgm:pt>
    <dgm:pt modelId="{E2FEB16F-8B4F-644C-A637-3309023BC033}" type="pres">
      <dgm:prSet presAssocID="{B5197435-BD24-4251-B283-D9778A9FAA4D}" presName="spacer" presStyleCnt="0"/>
      <dgm:spPr/>
    </dgm:pt>
    <dgm:pt modelId="{C029622F-F2AF-F047-98A7-21BE99696D8A}" type="pres">
      <dgm:prSet presAssocID="{9EE393D0-3A70-43CA-B3B4-FFFD41AEE4F9}" presName="parentText" presStyleLbl="node1" presStyleIdx="3" presStyleCnt="5">
        <dgm:presLayoutVars>
          <dgm:chMax val="0"/>
          <dgm:bulletEnabled val="1"/>
        </dgm:presLayoutVars>
      </dgm:prSet>
      <dgm:spPr/>
    </dgm:pt>
    <dgm:pt modelId="{99774F61-74B8-2F4C-838A-F396C3B11ADC}" type="pres">
      <dgm:prSet presAssocID="{2323C52C-E156-41C5-B19C-1B04D4EA2E58}" presName="spacer" presStyleCnt="0"/>
      <dgm:spPr/>
    </dgm:pt>
    <dgm:pt modelId="{A151E8B1-BC91-4B42-A839-4D39FC75D4FB}" type="pres">
      <dgm:prSet presAssocID="{B619A22F-BC14-404B-924C-20C3ED9262E1}" presName="parentText" presStyleLbl="node1" presStyleIdx="4" presStyleCnt="5">
        <dgm:presLayoutVars>
          <dgm:chMax val="0"/>
          <dgm:bulletEnabled val="1"/>
        </dgm:presLayoutVars>
      </dgm:prSet>
      <dgm:spPr/>
    </dgm:pt>
  </dgm:ptLst>
  <dgm:cxnLst>
    <dgm:cxn modelId="{AE29623E-22F8-414D-9435-079609C6DDEC}" srcId="{0F013645-D432-4EA3-8261-574B25ED7315}" destId="{880F4749-DCC8-4B78-824A-7ABD227586E5}" srcOrd="0" destOrd="0" parTransId="{45ACCECF-4D27-4373-8C7A-F81BB914786A}" sibTransId="{6FF84999-CCD9-48EA-AB80-0B475FF04E66}"/>
    <dgm:cxn modelId="{C7C83565-ABC8-4901-9A42-1F17453BC5BA}" srcId="{0F013645-D432-4EA3-8261-574B25ED7315}" destId="{9EE393D0-3A70-43CA-B3B4-FFFD41AEE4F9}" srcOrd="3" destOrd="0" parTransId="{2D3938B3-62F5-4CE3-A73D-4657ECA4F36E}" sibTransId="{2323C52C-E156-41C5-B19C-1B04D4EA2E58}"/>
    <dgm:cxn modelId="{5B19A76D-3D63-FF47-A083-9FC2D3EC60EB}" type="presOf" srcId="{E2D3E01A-6687-4BFB-8E52-ECA410596BE6}" destId="{F0B7D5F1-9BDC-A440-B7CC-FB745C0F974D}" srcOrd="0" destOrd="0" presId="urn:microsoft.com/office/officeart/2005/8/layout/vList2"/>
    <dgm:cxn modelId="{E6973374-A9CF-5840-9762-6107F08A7C86}" type="presOf" srcId="{E9A9C73B-ECCF-4E56-8C01-FF5C337FBB01}" destId="{AA6605CE-3C0E-0545-8082-DEA0B849DDE4}" srcOrd="0" destOrd="0" presId="urn:microsoft.com/office/officeart/2005/8/layout/vList2"/>
    <dgm:cxn modelId="{E19C6375-2931-1F42-A103-6AD54177819B}" type="presOf" srcId="{0F013645-D432-4EA3-8261-574B25ED7315}" destId="{900DEE14-CB44-704B-881B-C3282E64DDCA}" srcOrd="0" destOrd="0" presId="urn:microsoft.com/office/officeart/2005/8/layout/vList2"/>
    <dgm:cxn modelId="{9989CFAA-4891-47BB-BF0D-7EF4379F905F}" srcId="{0F013645-D432-4EA3-8261-574B25ED7315}" destId="{E2D3E01A-6687-4BFB-8E52-ECA410596BE6}" srcOrd="1" destOrd="0" parTransId="{458FE4F5-DACA-4C4E-A158-42CCB52E8BE0}" sibTransId="{DA883825-DE47-48E1-BCE1-69DB7E9FA350}"/>
    <dgm:cxn modelId="{BAF65FCD-4E6F-1844-9B12-844BC32C484A}" type="presOf" srcId="{880F4749-DCC8-4B78-824A-7ABD227586E5}" destId="{8FAEFB00-540A-5843-8F08-7AA9E43F0B60}" srcOrd="0" destOrd="0" presId="urn:microsoft.com/office/officeart/2005/8/layout/vList2"/>
    <dgm:cxn modelId="{3C5ABDCD-C10F-FC4E-8E71-712E0C1BD995}" type="presOf" srcId="{B619A22F-BC14-404B-924C-20C3ED9262E1}" destId="{A151E8B1-BC91-4B42-A839-4D39FC75D4FB}" srcOrd="0" destOrd="0" presId="urn:microsoft.com/office/officeart/2005/8/layout/vList2"/>
    <dgm:cxn modelId="{770CA1D9-4A7E-4874-9A9D-C8E5C888BDF7}" srcId="{0F013645-D432-4EA3-8261-574B25ED7315}" destId="{E9A9C73B-ECCF-4E56-8C01-FF5C337FBB01}" srcOrd="2" destOrd="0" parTransId="{2BC531BF-56FD-4755-9B6A-A42E43C451CB}" sibTransId="{B5197435-BD24-4251-B283-D9778A9FAA4D}"/>
    <dgm:cxn modelId="{812CB4EB-B568-8E40-922E-CAFD661D43FE}" type="presOf" srcId="{9EE393D0-3A70-43CA-B3B4-FFFD41AEE4F9}" destId="{C029622F-F2AF-F047-98A7-21BE99696D8A}" srcOrd="0" destOrd="0" presId="urn:microsoft.com/office/officeart/2005/8/layout/vList2"/>
    <dgm:cxn modelId="{02DC24EE-7BB7-4F68-B095-9B1BFF3E9CB2}" srcId="{0F013645-D432-4EA3-8261-574B25ED7315}" destId="{B619A22F-BC14-404B-924C-20C3ED9262E1}" srcOrd="4" destOrd="0" parTransId="{77E56A05-74F8-43A8-9B0B-68B5870825BC}" sibTransId="{EE4F7DFD-CDC8-4363-849F-1DB1EDA589A1}"/>
    <dgm:cxn modelId="{40CE3A34-48AE-0544-A12A-6E8A71091D2F}" type="presParOf" srcId="{900DEE14-CB44-704B-881B-C3282E64DDCA}" destId="{8FAEFB00-540A-5843-8F08-7AA9E43F0B60}" srcOrd="0" destOrd="0" presId="urn:microsoft.com/office/officeart/2005/8/layout/vList2"/>
    <dgm:cxn modelId="{9B34315A-F1DF-4640-95BE-FABE97AC1CAD}" type="presParOf" srcId="{900DEE14-CB44-704B-881B-C3282E64DDCA}" destId="{D877DD32-EA77-4847-943D-5FB17594C8AF}" srcOrd="1" destOrd="0" presId="urn:microsoft.com/office/officeart/2005/8/layout/vList2"/>
    <dgm:cxn modelId="{7C24CF3A-D853-4045-9AAD-4924CFE7BBDF}" type="presParOf" srcId="{900DEE14-CB44-704B-881B-C3282E64DDCA}" destId="{F0B7D5F1-9BDC-A440-B7CC-FB745C0F974D}" srcOrd="2" destOrd="0" presId="urn:microsoft.com/office/officeart/2005/8/layout/vList2"/>
    <dgm:cxn modelId="{CF43AC32-9B6B-044B-8D62-84DC64962630}" type="presParOf" srcId="{900DEE14-CB44-704B-881B-C3282E64DDCA}" destId="{7B8DD003-53E7-0A48-9B66-DFB8D43BB258}" srcOrd="3" destOrd="0" presId="urn:microsoft.com/office/officeart/2005/8/layout/vList2"/>
    <dgm:cxn modelId="{85947B80-8FA1-6549-9FC4-D9061BE917D1}" type="presParOf" srcId="{900DEE14-CB44-704B-881B-C3282E64DDCA}" destId="{AA6605CE-3C0E-0545-8082-DEA0B849DDE4}" srcOrd="4" destOrd="0" presId="urn:microsoft.com/office/officeart/2005/8/layout/vList2"/>
    <dgm:cxn modelId="{60C2E4E0-77AF-5441-A62B-9A5FB8540CF6}" type="presParOf" srcId="{900DEE14-CB44-704B-881B-C3282E64DDCA}" destId="{E2FEB16F-8B4F-644C-A637-3309023BC033}" srcOrd="5" destOrd="0" presId="urn:microsoft.com/office/officeart/2005/8/layout/vList2"/>
    <dgm:cxn modelId="{8C614A24-8152-0743-B073-F22877739148}" type="presParOf" srcId="{900DEE14-CB44-704B-881B-C3282E64DDCA}" destId="{C029622F-F2AF-F047-98A7-21BE99696D8A}" srcOrd="6" destOrd="0" presId="urn:microsoft.com/office/officeart/2005/8/layout/vList2"/>
    <dgm:cxn modelId="{FA8DDF24-FFEF-2B48-B6E3-A2AC8BF89FCF}" type="presParOf" srcId="{900DEE14-CB44-704B-881B-C3282E64DDCA}" destId="{99774F61-74B8-2F4C-838A-F396C3B11ADC}" srcOrd="7" destOrd="0" presId="urn:microsoft.com/office/officeart/2005/8/layout/vList2"/>
    <dgm:cxn modelId="{FED67CB5-3D37-634F-9065-B3386ACF0DCC}" type="presParOf" srcId="{900DEE14-CB44-704B-881B-C3282E64DDCA}" destId="{A151E8B1-BC91-4B42-A839-4D39FC75D4F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48025F-5F1F-43EF-BD88-55E828D3B37B}">
      <dsp:nvSpPr>
        <dsp:cNvPr id="0" name=""/>
        <dsp:cNvSpPr/>
      </dsp:nvSpPr>
      <dsp:spPr>
        <a:xfrm>
          <a:off x="0" y="940328"/>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4ADE85-4DF4-4B07-89CE-A2F4B0DC91F3}">
      <dsp:nvSpPr>
        <dsp:cNvPr id="0" name=""/>
        <dsp:cNvSpPr/>
      </dsp:nvSpPr>
      <dsp:spPr>
        <a:xfrm>
          <a:off x="525137" y="1330926"/>
          <a:ext cx="954795" cy="9547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BE6EF9-620C-4CF5-AB2A-A6E99AFC971F}">
      <dsp:nvSpPr>
        <dsp:cNvPr id="0" name=""/>
        <dsp:cNvSpPr/>
      </dsp:nvSpPr>
      <dsp:spPr>
        <a:xfrm>
          <a:off x="2005069" y="940328"/>
          <a:ext cx="4944370"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889000">
            <a:lnSpc>
              <a:spcPct val="90000"/>
            </a:lnSpc>
            <a:spcBef>
              <a:spcPct val="0"/>
            </a:spcBef>
            <a:spcAft>
              <a:spcPct val="35000"/>
            </a:spcAft>
            <a:buNone/>
          </a:pPr>
          <a:r>
            <a:rPr lang="en-US" sz="2000" kern="1200"/>
            <a:t>If no faculty is available for a course, the course remains unassigned.Finally, the program displays the final workload of each faculty.</a:t>
          </a:r>
        </a:p>
      </dsp:txBody>
      <dsp:txXfrm>
        <a:off x="2005069" y="940328"/>
        <a:ext cx="4944370" cy="1735991"/>
      </dsp:txXfrm>
    </dsp:sp>
    <dsp:sp modelId="{0393FBDB-62B8-4A65-8510-713717708CE9}">
      <dsp:nvSpPr>
        <dsp:cNvPr id="0" name=""/>
        <dsp:cNvSpPr/>
      </dsp:nvSpPr>
      <dsp:spPr>
        <a:xfrm>
          <a:off x="0" y="3110317"/>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A093F4-8A5D-45B5-9B47-C80E63D4843F}">
      <dsp:nvSpPr>
        <dsp:cNvPr id="0" name=""/>
        <dsp:cNvSpPr/>
      </dsp:nvSpPr>
      <dsp:spPr>
        <a:xfrm>
          <a:off x="525137" y="3500915"/>
          <a:ext cx="954795" cy="9547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095112-425A-4030-9C11-1452711BDE2C}">
      <dsp:nvSpPr>
        <dsp:cNvPr id="0" name=""/>
        <dsp:cNvSpPr/>
      </dsp:nvSpPr>
      <dsp:spPr>
        <a:xfrm>
          <a:off x="2005069" y="3110317"/>
          <a:ext cx="4944370"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889000">
            <a:lnSpc>
              <a:spcPct val="90000"/>
            </a:lnSpc>
            <a:spcBef>
              <a:spcPct val="0"/>
            </a:spcBef>
            <a:spcAft>
              <a:spcPct val="35000"/>
            </a:spcAft>
            <a:buNone/>
          </a:pPr>
          <a:r>
            <a:rPr lang="en-US" sz="2000" kern="1200"/>
            <a:t>This system is useful in college and university course planning.</a:t>
          </a:r>
        </a:p>
      </dsp:txBody>
      <dsp:txXfrm>
        <a:off x="2005069" y="3110317"/>
        <a:ext cx="4944370" cy="17359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EFB00-540A-5843-8F08-7AA9E43F0B60}">
      <dsp:nvSpPr>
        <dsp:cNvPr id="0" name=""/>
        <dsp:cNvSpPr/>
      </dsp:nvSpPr>
      <dsp:spPr>
        <a:xfrm>
          <a:off x="0" y="56350"/>
          <a:ext cx="6949440" cy="107257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TEAM MEMBERS </a:t>
          </a:r>
        </a:p>
      </dsp:txBody>
      <dsp:txXfrm>
        <a:off x="52359" y="108709"/>
        <a:ext cx="6844722" cy="967861"/>
      </dsp:txXfrm>
    </dsp:sp>
    <dsp:sp modelId="{F0B7D5F1-9BDC-A440-B7CC-FB745C0F974D}">
      <dsp:nvSpPr>
        <dsp:cNvPr id="0" name=""/>
        <dsp:cNvSpPr/>
      </dsp:nvSpPr>
      <dsp:spPr>
        <a:xfrm>
          <a:off x="0" y="1206689"/>
          <a:ext cx="6949440" cy="1072579"/>
        </a:xfrm>
        <a:prstGeom prst="roundRect">
          <a:avLst/>
        </a:prstGeom>
        <a:solidFill>
          <a:schemeClr val="accent5">
            <a:hueOff val="2278582"/>
            <a:satOff val="-1026"/>
            <a:lumOff val="-127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M.Devi.                                    -25A31A04E3</a:t>
          </a:r>
        </a:p>
      </dsp:txBody>
      <dsp:txXfrm>
        <a:off x="52359" y="1259048"/>
        <a:ext cx="6844722" cy="967861"/>
      </dsp:txXfrm>
    </dsp:sp>
    <dsp:sp modelId="{AA6605CE-3C0E-0545-8082-DEA0B849DDE4}">
      <dsp:nvSpPr>
        <dsp:cNvPr id="0" name=""/>
        <dsp:cNvSpPr/>
      </dsp:nvSpPr>
      <dsp:spPr>
        <a:xfrm>
          <a:off x="0" y="2357028"/>
          <a:ext cx="6949440" cy="1072579"/>
        </a:xfrm>
        <a:prstGeom prst="roundRect">
          <a:avLst/>
        </a:prstGeom>
        <a:solidFill>
          <a:schemeClr val="accent5">
            <a:hueOff val="4557164"/>
            <a:satOff val="-2052"/>
            <a:lumOff val="-25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N Shalini Devi.                        -25A31A04E4</a:t>
          </a:r>
        </a:p>
      </dsp:txBody>
      <dsp:txXfrm>
        <a:off x="52359" y="2409387"/>
        <a:ext cx="6844722" cy="967861"/>
      </dsp:txXfrm>
    </dsp:sp>
    <dsp:sp modelId="{C029622F-F2AF-F047-98A7-21BE99696D8A}">
      <dsp:nvSpPr>
        <dsp:cNvPr id="0" name=""/>
        <dsp:cNvSpPr/>
      </dsp:nvSpPr>
      <dsp:spPr>
        <a:xfrm>
          <a:off x="0" y="3507368"/>
          <a:ext cx="6949440" cy="1072579"/>
        </a:xfrm>
        <a:prstGeom prst="roundRect">
          <a:avLst/>
        </a:prstGeom>
        <a:solidFill>
          <a:schemeClr val="accent5">
            <a:hueOff val="6835746"/>
            <a:satOff val="-3078"/>
            <a:lumOff val="-3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J.S.P.S.K.Bhagavanulu.          -25A31A04H4</a:t>
          </a:r>
        </a:p>
      </dsp:txBody>
      <dsp:txXfrm>
        <a:off x="52359" y="3559727"/>
        <a:ext cx="6844722" cy="967861"/>
      </dsp:txXfrm>
    </dsp:sp>
    <dsp:sp modelId="{A151E8B1-BC91-4B42-A839-4D39FC75D4FB}">
      <dsp:nvSpPr>
        <dsp:cNvPr id="0" name=""/>
        <dsp:cNvSpPr/>
      </dsp:nvSpPr>
      <dsp:spPr>
        <a:xfrm>
          <a:off x="0" y="4657707"/>
          <a:ext cx="6949440" cy="1072579"/>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K.Abhinav.                               -25A31A04H5</a:t>
          </a:r>
        </a:p>
      </dsp:txBody>
      <dsp:txXfrm>
        <a:off x="52359" y="4710066"/>
        <a:ext cx="6844722" cy="96786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3969118"/>
      </p:ext>
    </p:extLst>
  </p:cSld>
  <p:clrMapOvr>
    <a:masterClrMapping/>
  </p:clrMapOvr>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943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5485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7331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8525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059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1063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55670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6358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554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52376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0507601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6.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4.svg"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6.svg" /><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1187F7A-920C-B377-65E8-1CF4CBCE3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09599" y="5293849"/>
            <a:ext cx="7202558" cy="1178688"/>
          </a:xfrm>
        </p:spPr>
        <p:txBody>
          <a:bodyPr anchor="ctr">
            <a:normAutofit/>
          </a:bodyPr>
          <a:lstStyle/>
          <a:p>
            <a:pPr algn="l"/>
            <a:r>
              <a:rPr lang="en-US" sz="3400" dirty="0"/>
              <a:t>FACULTY COURSE ALLOTMENT SYSTEM USING C</a:t>
            </a:r>
          </a:p>
        </p:txBody>
      </p:sp>
      <p:pic>
        <p:nvPicPr>
          <p:cNvPr id="3" name="Picture 2">
            <a:extLst>
              <a:ext uri="{FF2B5EF4-FFF2-40B4-BE49-F238E27FC236}">
                <a16:creationId xmlns:a16="http://schemas.microsoft.com/office/drawing/2014/main" id="{B7D4EA07-EF10-88FA-2E3D-BF28C4696433}"/>
              </a:ext>
            </a:extLst>
          </p:cNvPr>
          <p:cNvPicPr>
            <a:picLocks noChangeAspect="1"/>
          </p:cNvPicPr>
          <p:nvPr/>
        </p:nvPicPr>
        <p:blipFill>
          <a:blip r:embed="rId2"/>
          <a:srcRect t="16296" r="-2" b="21051"/>
          <a:stretch>
            <a:fillRect/>
          </a:stretch>
        </p:blipFill>
        <p:spPr>
          <a:xfrm>
            <a:off x="20" y="10"/>
            <a:ext cx="12191980" cy="4908375"/>
          </a:xfrm>
          <a:prstGeom prst="rect">
            <a:avLst/>
          </a:prstGeom>
        </p:spPr>
      </p:pic>
    </p:spTree>
    <p:extLst>
      <p:ext uri="{BB962C8B-B14F-4D97-AF65-F5344CB8AC3E}">
        <p14:creationId xmlns:p14="http://schemas.microsoft.com/office/powerpoint/2010/main" val="3372955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INTRODUCTION</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This project is a Faculty Course Allotment System developed using C programming language.It assigns courses to faculty members based on their maximum workload capacity.The program uses structures, arrays, and loops for implementation.</a:t>
            </a:r>
          </a:p>
        </p:txBody>
      </p:sp>
      <p:pic>
        <p:nvPicPr>
          <p:cNvPr id="8" name="Graphic 7" descr="Classroom">
            <a:extLst>
              <a:ext uri="{FF2B5EF4-FFF2-40B4-BE49-F238E27FC236}">
                <a16:creationId xmlns:a16="http://schemas.microsoft.com/office/drawing/2014/main" id="{1452F8EB-CEDB-D863-F256-7F4C5CE925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2884154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5862396" cy="1527048"/>
          </a:xfrm>
        </p:spPr>
        <p:txBody>
          <a:bodyPr anchor="b">
            <a:normAutofit/>
          </a:bodyPr>
          <a:lstStyle/>
          <a:p>
            <a:endParaRPr/>
          </a:p>
        </p:txBody>
      </p:sp>
      <p:sp>
        <p:nvSpPr>
          <p:cNvPr id="3" name="Content Placeholder"/>
          <p:cNvSpPr>
            <a:spLocks noGrp="1"/>
          </p:cNvSpPr>
          <p:nvPr>
            <p:ph idx="1"/>
          </p:nvPr>
        </p:nvSpPr>
        <p:spPr>
          <a:xfrm>
            <a:off x="612648" y="2212848"/>
            <a:ext cx="5862396" cy="4096512"/>
          </a:xfrm>
        </p:spPr>
        <p:txBody>
          <a:bodyPr>
            <a:normAutofit/>
          </a:bodyPr>
          <a:lstStyle/>
          <a:p>
            <a:pPr lvl="0"/>
            <a:r>
              <a:rPr lang="en-US" sz="1800"/>
              <a:t>Each faculty has a maximum load and a current load.Each course can be assigned to only one faculty.The system ensures that no faculty exceeds their workload limit.</a:t>
            </a:r>
          </a:p>
        </p:txBody>
      </p:sp>
      <p:pic>
        <p:nvPicPr>
          <p:cNvPr id="8" name="Graphic 7" descr="Loading">
            <a:extLst>
              <a:ext uri="{FF2B5EF4-FFF2-40B4-BE49-F238E27FC236}">
                <a16:creationId xmlns:a16="http://schemas.microsoft.com/office/drawing/2014/main" id="{357C6101-6B47-F150-40CC-A90F2DE748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2178248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5862396" cy="1527048"/>
          </a:xfrm>
        </p:spPr>
        <p:txBody>
          <a:bodyPr anchor="b">
            <a:normAutofit/>
          </a:bodyPr>
          <a:lstStyle/>
          <a:p>
            <a:endParaRPr/>
          </a:p>
        </p:txBody>
      </p:sp>
      <p:sp>
        <p:nvSpPr>
          <p:cNvPr id="3" name="Content Placeholder"/>
          <p:cNvSpPr>
            <a:spLocks noGrp="1"/>
          </p:cNvSpPr>
          <p:nvPr>
            <p:ph idx="1"/>
          </p:nvPr>
        </p:nvSpPr>
        <p:spPr>
          <a:xfrm>
            <a:off x="612648" y="2212848"/>
            <a:ext cx="5862396" cy="4096512"/>
          </a:xfrm>
        </p:spPr>
        <p:txBody>
          <a:bodyPr>
            <a:normAutofit/>
          </a:bodyPr>
          <a:lstStyle/>
          <a:p>
            <a:pPr lvl="0"/>
            <a:r>
              <a:rPr lang="en-US" sz="1800"/>
              <a:t>Faculty details such as ID, Name, and Max Load are taken as input.Course details such as Course ID and Course Name are also taken.The program automatically assigns courses based on availability.</a:t>
            </a:r>
          </a:p>
        </p:txBody>
      </p:sp>
      <p:pic>
        <p:nvPicPr>
          <p:cNvPr id="8" name="Graphic 7" descr="Employee Badge">
            <a:extLst>
              <a:ext uri="{FF2B5EF4-FFF2-40B4-BE49-F238E27FC236}">
                <a16:creationId xmlns:a16="http://schemas.microsoft.com/office/drawing/2014/main" id="{889B5822-57EB-2BF2-6166-D82928D6C0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53204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9" y="548639"/>
            <a:ext cx="3494314" cy="5786638"/>
          </a:xfrm>
        </p:spPr>
        <p:txBody>
          <a:bodyPr anchor="t">
            <a:normAutofit/>
          </a:bodyPr>
          <a:lstStyle/>
          <a:p>
            <a:endParaRPr/>
          </a:p>
        </p:txBody>
      </p:sp>
      <p:graphicFrame>
        <p:nvGraphicFramePr>
          <p:cNvPr id="6" name="Content Placeholder">
            <a:extLst>
              <a:ext uri="{FF2B5EF4-FFF2-40B4-BE49-F238E27FC236}">
                <a16:creationId xmlns:a16="http://schemas.microsoft.com/office/drawing/2014/main" id="{6328D362-050F-1710-EF6F-76DF8EDAF372}"/>
              </a:ext>
            </a:extLst>
          </p:cNvPr>
          <p:cNvGraphicFramePr>
            <a:graphicFrameLocks noGrp="1"/>
          </p:cNvGraphicFramePr>
          <p:nvPr>
            <p:ph idx="1"/>
            <p:extLst>
              <p:ext uri="{D42A27DB-BD31-4B8C-83A1-F6EECF244321}">
                <p14:modId xmlns:p14="http://schemas.microsoft.com/office/powerpoint/2010/main" val="4174536958"/>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257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LOOPS USED IN THE CODE</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For Loop is used to:Input faculty detailsInput course detailsAssign courses to facultyDisplay final faculty loadNested for loop is used for course allotment logic.</a:t>
            </a:r>
          </a:p>
        </p:txBody>
      </p:sp>
      <p:pic>
        <p:nvPicPr>
          <p:cNvPr id="6" name="Picture 5" descr="Electronics protoboard">
            <a:extLst>
              <a:ext uri="{FF2B5EF4-FFF2-40B4-BE49-F238E27FC236}">
                <a16:creationId xmlns:a16="http://schemas.microsoft.com/office/drawing/2014/main" id="{53526600-7B79-CE96-7BC5-097F10EFCF6B}"/>
              </a:ext>
            </a:extLst>
          </p:cNvPr>
          <p:cNvPicPr>
            <a:picLocks noChangeAspect="1"/>
          </p:cNvPicPr>
          <p:nvPr/>
        </p:nvPicPr>
        <p:blipFill>
          <a:blip r:embed="rId2"/>
          <a:srcRect r="27696"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4001724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VARIABLES USED IN THE CODE</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Struct Faculty f[MAX_FACULTY] – Stores faculty detailsstruct Course c[MAX_COURSE] – Stores course detailsid – Identification numbername – Name of faculty/coursemaxLoad – Maximum workload allowedcurrentLoad – Current workloadassigned – Course allotment status</a:t>
            </a:r>
          </a:p>
        </p:txBody>
      </p:sp>
      <p:pic>
        <p:nvPicPr>
          <p:cNvPr id="8" name="Graphic 7" descr="Single gear">
            <a:extLst>
              <a:ext uri="{FF2B5EF4-FFF2-40B4-BE49-F238E27FC236}">
                <a16:creationId xmlns:a16="http://schemas.microsoft.com/office/drawing/2014/main" id="{C8FDB9AB-8A43-8303-D59A-CDA1DFA4A3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1742598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CONCEPTS USED IN THE CODE</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Structures (struct) – To store faculty and course dataArrays – To store multiple faculty and coursesConditional statements (if) – For workload checkingLoops (for) – For repetitionInput/Output functions – scanf() and printf()</a:t>
            </a:r>
          </a:p>
          <a:p>
            <a:endParaRPr lang="en-US" sz="1800"/>
          </a:p>
        </p:txBody>
      </p:sp>
      <p:pic>
        <p:nvPicPr>
          <p:cNvPr id="8" name="Graphic 7" descr="Table">
            <a:extLst>
              <a:ext uri="{FF2B5EF4-FFF2-40B4-BE49-F238E27FC236}">
                <a16:creationId xmlns:a16="http://schemas.microsoft.com/office/drawing/2014/main" id="{724D3FD4-681E-0828-2530-EF31B3C136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782571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CONCLUSION</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This program efficiently allocates courses to faculty members.It prevents workload overflow for faculty.The system is simple, clear, and easy to modify.It demonstrates practical usage of C programming concepts.</a:t>
            </a:r>
          </a:p>
          <a:p>
            <a:endParaRPr lang="en-US" sz="1800"/>
          </a:p>
        </p:txBody>
      </p:sp>
      <p:pic>
        <p:nvPicPr>
          <p:cNvPr id="8" name="Graphic 7" descr="Classroom">
            <a:extLst>
              <a:ext uri="{FF2B5EF4-FFF2-40B4-BE49-F238E27FC236}">
                <a16:creationId xmlns:a16="http://schemas.microsoft.com/office/drawing/2014/main" id="{154625B3-0CB6-DEA2-0555-B999E75D95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3703243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9" y="548639"/>
            <a:ext cx="3494314" cy="5786638"/>
          </a:xfrm>
        </p:spPr>
        <p:txBody>
          <a:bodyPr anchor="t">
            <a:normAutofit/>
          </a:bodyPr>
          <a:lstStyle/>
          <a:p>
            <a:r>
              <a:rPr lang="en-US" dirty="0"/>
              <a:t>THANK YOU </a:t>
            </a:r>
          </a:p>
        </p:txBody>
      </p:sp>
      <p:graphicFrame>
        <p:nvGraphicFramePr>
          <p:cNvPr id="6" name="Content Placeholder">
            <a:extLst>
              <a:ext uri="{FF2B5EF4-FFF2-40B4-BE49-F238E27FC236}">
                <a16:creationId xmlns:a16="http://schemas.microsoft.com/office/drawing/2014/main" id="{249A1F03-D745-BB9D-0B78-56A55C5D146C}"/>
              </a:ext>
            </a:extLst>
          </p:cNvPr>
          <p:cNvGraphicFramePr>
            <a:graphicFrameLocks noGrp="1"/>
          </p:cNvGraphicFramePr>
          <p:nvPr>
            <p:ph idx="1"/>
            <p:extLst>
              <p:ext uri="{D42A27DB-BD31-4B8C-83A1-F6EECF244321}">
                <p14:modId xmlns:p14="http://schemas.microsoft.com/office/powerpoint/2010/main" val="150776610"/>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016005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VanillaVTI</vt:lpstr>
      <vt:lpstr>FACULTY COURSE ALLOTMENT SYSTEM USING C</vt:lpstr>
      <vt:lpstr>INTRODUCTION</vt:lpstr>
      <vt:lpstr>PowerPoint Presentation</vt:lpstr>
      <vt:lpstr>PowerPoint Presentation</vt:lpstr>
      <vt:lpstr>PowerPoint Presentation</vt:lpstr>
      <vt:lpstr>LOOPS USED IN THE CODE</vt:lpstr>
      <vt:lpstr>VARIABLES USED IN THE CODE</vt:lpstr>
      <vt:lpstr>CONCEPTS USED IN THE CODE</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FACULTY COURSE ALLOTMENT SYSTEM USING C</dc:title>
  <dc:creator>Sai Surya boyi</dc:creator>
  <cp:lastModifiedBy>Sai Surya boyi</cp:lastModifiedBy>
  <cp:revision>2</cp:revision>
  <dcterms:created xsi:type="dcterms:W3CDTF">2025-12-22T15:16:16Z</dcterms:created>
  <dcterms:modified xsi:type="dcterms:W3CDTF">2025-12-22T15:28:39Z</dcterms:modified>
</cp:coreProperties>
</file>